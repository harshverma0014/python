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2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8" r:id="rId25"/>
    <p:sldId id="279" r:id="rId26"/>
    <p:sldId id="285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77" y="-15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224F-56DA-0CA7-77CE-5ED3CA83D5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577B9-632F-523F-74D0-D62CA3E5A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186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C7E3-976B-724F-D2A5-DACEA381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Streamlit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D726-C683-74AC-CD6B-F10B7B54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is an open-source Python framework used to create </a:t>
            </a:r>
            <a:r>
              <a:rPr lang="en-US" b="1" dirty="0"/>
              <a:t>interactive web applications for Data Science, Machine Learning, AI, dashboards, and data visualization</a:t>
            </a:r>
            <a:r>
              <a:rPr lang="en-US" dirty="0"/>
              <a:t> using only Python code.</a:t>
            </a:r>
          </a:p>
          <a:p>
            <a:r>
              <a:rPr lang="en-US" dirty="0"/>
              <a:t>You do </a:t>
            </a:r>
            <a:r>
              <a:rPr lang="en-US" b="1" dirty="0"/>
              <a:t>not</a:t>
            </a:r>
            <a:r>
              <a:rPr lang="en-US" dirty="0"/>
              <a:t> need: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</a:t>
            </a:r>
          </a:p>
          <a:p>
            <a:r>
              <a:rPr lang="en-US" dirty="0"/>
              <a:t>With </a:t>
            </a:r>
            <a:r>
              <a:rPr lang="en-US" dirty="0" err="1"/>
              <a:t>Streamlit</a:t>
            </a:r>
            <a:r>
              <a:rPr lang="en-US" dirty="0"/>
              <a:t>, you can convert a Python script into a web app very quickly.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01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5795-F1CE-8F87-A7A7-34E8925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Streamlit</a:t>
            </a:r>
            <a:r>
              <a:rPr lang="en-IN" dirty="0"/>
              <a:t> is Popular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5213-8D75-D05E-7ED5-2AF99570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Traditional Web Development</a:t>
            </a:r>
          </a:p>
          <a:p>
            <a:r>
              <a:rPr lang="en-US" dirty="0"/>
              <a:t>Normally, creating a web app requires: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8BAFC-E6BA-3A1F-6EC0-6FFDF2F3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236" y="3068074"/>
            <a:ext cx="5189670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9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5FEC-BB7B-509D-B815-88DC8E86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365F-29D1-82DE-7D30-3C073A365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pip install </a:t>
            </a:r>
            <a:r>
              <a:rPr lang="en-IN" dirty="0" err="1"/>
              <a:t>streamlit</a:t>
            </a:r>
            <a:endParaRPr lang="en-IN" dirty="0"/>
          </a:p>
          <a:p>
            <a:r>
              <a:rPr lang="en-IN" dirty="0"/>
              <a:t>To run use</a:t>
            </a:r>
          </a:p>
          <a:p>
            <a:r>
              <a:rPr lang="en-IN" dirty="0" err="1"/>
              <a:t>streamlit</a:t>
            </a:r>
            <a:r>
              <a:rPr lang="en-IN" dirty="0"/>
              <a:t> run app.py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9ADD0-98F8-0FAB-8B93-5CC5256EB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941" y="3526397"/>
            <a:ext cx="2377646" cy="21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2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0EE35-E976-2673-EE49-273D51A82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976" y="1434353"/>
            <a:ext cx="7524098" cy="4314451"/>
          </a:xfrm>
        </p:spPr>
      </p:pic>
    </p:spTree>
    <p:extLst>
      <p:ext uri="{BB962C8B-B14F-4D97-AF65-F5344CB8AC3E}">
        <p14:creationId xmlns:p14="http://schemas.microsoft.com/office/powerpoint/2010/main" val="150057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4628-1476-5879-69E4-839E12B8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84441A-0B69-6405-ACFD-7D631C6E2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5372" y="1635181"/>
            <a:ext cx="7266011" cy="3997291"/>
          </a:xfrm>
        </p:spPr>
      </p:pic>
    </p:spTree>
    <p:extLst>
      <p:ext uri="{BB962C8B-B14F-4D97-AF65-F5344CB8AC3E}">
        <p14:creationId xmlns:p14="http://schemas.microsoft.com/office/powerpoint/2010/main" val="393517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63ED0-C8BC-221F-3AEB-245E7B877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Markdown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54B17-2F21-6D32-C2DD-5D071DC2E9B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638300" y="1264556"/>
            <a:ext cx="7960775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st.markdown</a:t>
            </a:r>
            <a:r>
              <a:rPr lang="en-US" sz="1400" dirty="0"/>
              <a:t>("# Welcome to </a:t>
            </a:r>
            <a:r>
              <a:rPr lang="en-US" sz="1400" dirty="0" err="1"/>
              <a:t>Streamlit</a:t>
            </a:r>
            <a:r>
              <a:rPr lang="en-US" sz="1400" dirty="0"/>
              <a:t>")</a:t>
            </a:r>
          </a:p>
          <a:p>
            <a:r>
              <a:rPr lang="en-US" sz="1400" dirty="0" err="1"/>
              <a:t>st.markdown</a:t>
            </a:r>
            <a:r>
              <a:rPr lang="en-US" sz="1400" dirty="0"/>
              <a:t>("# Heading 1")</a:t>
            </a:r>
            <a:br>
              <a:rPr lang="en-US" sz="1400" dirty="0"/>
            </a:br>
            <a:r>
              <a:rPr lang="en-US" sz="1400" dirty="0" err="1"/>
              <a:t>st.markdown</a:t>
            </a:r>
            <a:r>
              <a:rPr lang="en-US" sz="1400" dirty="0"/>
              <a:t>("## Heading 2")</a:t>
            </a:r>
            <a:br>
              <a:rPr lang="en-US" sz="1400" dirty="0"/>
            </a:br>
            <a:r>
              <a:rPr lang="en-US" sz="1400" dirty="0" err="1"/>
              <a:t>st.markdown</a:t>
            </a:r>
            <a:r>
              <a:rPr lang="en-US" sz="1400" dirty="0"/>
              <a:t>("### Heading 3")</a:t>
            </a:r>
          </a:p>
          <a:p>
            <a:r>
              <a:rPr lang="en-US" sz="1400" dirty="0" err="1"/>
              <a:t>st.markdown</a:t>
            </a:r>
            <a:r>
              <a:rPr lang="en-US" sz="1400" dirty="0"/>
              <a:t>("**Bold Text**")</a:t>
            </a:r>
            <a:br>
              <a:rPr lang="en-US" sz="1400" dirty="0"/>
            </a:br>
            <a:r>
              <a:rPr lang="en-US" sz="1400" dirty="0" err="1"/>
              <a:t>st.markdown</a:t>
            </a:r>
            <a:r>
              <a:rPr lang="en-US" sz="1400" dirty="0"/>
              <a:t>("*Italic Text*")</a:t>
            </a:r>
          </a:p>
          <a:p>
            <a:r>
              <a:rPr lang="en-US" sz="1400" dirty="0"/>
              <a:t>List</a:t>
            </a:r>
          </a:p>
          <a:p>
            <a:r>
              <a:rPr lang="en-US" sz="1400" dirty="0" err="1"/>
              <a:t>st.markdown</a:t>
            </a:r>
            <a:r>
              <a:rPr lang="en-US" sz="1400" dirty="0"/>
              <a:t>("""</a:t>
            </a:r>
            <a:br>
              <a:rPr lang="en-US" sz="1400" dirty="0"/>
            </a:br>
            <a:r>
              <a:rPr lang="en-US" sz="1400" dirty="0"/>
              <a:t>- Python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dirty="0" err="1"/>
              <a:t>Streamlit</a:t>
            </a:r>
            <a:br>
              <a:rPr lang="en-US" sz="1400" dirty="0"/>
            </a:br>
            <a:r>
              <a:rPr lang="en-US" sz="1400" dirty="0"/>
              <a:t>- Machine Learning</a:t>
            </a:r>
            <a:br>
              <a:rPr lang="en-US" sz="1400" dirty="0"/>
            </a:br>
            <a:r>
              <a:rPr lang="en-US" sz="1400" dirty="0"/>
              <a:t>""")</a:t>
            </a:r>
          </a:p>
          <a:p>
            <a:r>
              <a:rPr lang="en-US" sz="1400" dirty="0" err="1"/>
              <a:t>st.markdown</a:t>
            </a:r>
            <a:r>
              <a:rPr lang="en-US" sz="1400" dirty="0"/>
              <a:t>("""</a:t>
            </a:r>
            <a:br>
              <a:rPr lang="en-US" sz="1400" dirty="0"/>
            </a:br>
            <a:r>
              <a:rPr lang="en-US" sz="1400" dirty="0"/>
              <a:t>1. Install </a:t>
            </a:r>
            <a:r>
              <a:rPr lang="en-US" sz="1400" dirty="0" err="1"/>
              <a:t>Streamlit</a:t>
            </a:r>
            <a:br>
              <a:rPr lang="en-US" sz="1400" dirty="0"/>
            </a:br>
            <a:r>
              <a:rPr lang="en-US" sz="1400" dirty="0"/>
              <a:t>2. Create App</a:t>
            </a:r>
            <a:br>
              <a:rPr lang="en-US" sz="1400" dirty="0"/>
            </a:br>
            <a:r>
              <a:rPr lang="en-US" sz="1400" dirty="0"/>
              <a:t>3. Run App</a:t>
            </a:r>
            <a:br>
              <a:rPr lang="en-US" sz="1400" dirty="0"/>
            </a:br>
            <a:r>
              <a:rPr lang="en-US" sz="1400" dirty="0"/>
              <a:t>""")</a:t>
            </a:r>
          </a:p>
          <a:p>
            <a:r>
              <a:rPr lang="en-IN" sz="1400" dirty="0" err="1"/>
              <a:t>st.markdown</a:t>
            </a:r>
            <a:r>
              <a:rPr lang="en-IN" sz="1400" dirty="0"/>
              <a:t>(</a:t>
            </a:r>
            <a:br>
              <a:rPr lang="en-IN" sz="1400" dirty="0"/>
            </a:br>
            <a:r>
              <a:rPr lang="en-IN" sz="1400" dirty="0"/>
              <a:t>"&lt;h1 style='</a:t>
            </a:r>
            <a:r>
              <a:rPr lang="en-IN" sz="1400" dirty="0" err="1"/>
              <a:t>color:red</a:t>
            </a:r>
            <a:r>
              <a:rPr lang="en-IN" sz="1400" dirty="0"/>
              <a:t>'&gt;Hello&lt;/h1&gt;",</a:t>
            </a:r>
            <a:br>
              <a:rPr lang="en-IN" sz="1400" dirty="0"/>
            </a:br>
            <a:r>
              <a:rPr lang="en-IN" sz="1400" dirty="0" err="1"/>
              <a:t>unsafe_allow_html</a:t>
            </a:r>
            <a:r>
              <a:rPr lang="en-IN" sz="1400" dirty="0"/>
              <a:t>=True</a:t>
            </a:r>
            <a:br>
              <a:rPr lang="en-IN" sz="1400" dirty="0"/>
            </a:br>
            <a:r>
              <a:rPr lang="en-IN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28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5C06-19BF-0EA7-4595-44760CD16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Dataframe</a:t>
            </a:r>
            <a:r>
              <a:rPr lang="en-IN" dirty="0"/>
              <a:t> &amp;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FE0007-1EED-D164-C4B8-362715448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712204"/>
            <a:ext cx="2865368" cy="211092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D0508-8C51-2D3B-CBF6-30E866A18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006" y="1757927"/>
            <a:ext cx="3101609" cy="2019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A9216C-F253-B002-DFCE-E587A9E59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495" y="4069695"/>
            <a:ext cx="3601662" cy="13183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B253CA-36F4-08E0-3F18-0E84A2CE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1893" y="4069695"/>
            <a:ext cx="1310754" cy="11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66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79D3-5369-2107-770E-D9CD9BEF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text_input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2ECB9-DA16-1FE7-4089-18E060D1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612" y="1524000"/>
            <a:ext cx="9882000" cy="4387222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Syntax</a:t>
            </a:r>
          </a:p>
          <a:p>
            <a:pPr marL="0" indent="0">
              <a:buNone/>
            </a:pPr>
            <a:r>
              <a:rPr lang="en-IN" dirty="0" err="1"/>
              <a:t>st.text_input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label,</a:t>
            </a:r>
          </a:p>
          <a:p>
            <a:pPr marL="0" indent="0">
              <a:buNone/>
            </a:pPr>
            <a:r>
              <a:rPr lang="en-IN" dirty="0"/>
              <a:t>    value="",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max_chars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key=None,</a:t>
            </a:r>
          </a:p>
          <a:p>
            <a:pPr marL="0" indent="0">
              <a:buNone/>
            </a:pPr>
            <a:r>
              <a:rPr lang="en-IN" dirty="0"/>
              <a:t>    type="default/password",</a:t>
            </a:r>
          </a:p>
          <a:p>
            <a:pPr marL="0" indent="0">
              <a:buNone/>
            </a:pPr>
            <a:r>
              <a:rPr lang="en-IN" dirty="0"/>
              <a:t>    help=None,</a:t>
            </a:r>
          </a:p>
          <a:p>
            <a:pPr marL="0" indent="0">
              <a:buNone/>
            </a:pPr>
            <a:r>
              <a:rPr lang="en-IN" dirty="0"/>
              <a:t>    autocomplete=None/email/name/password,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on_change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kwargs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placeholder=None,</a:t>
            </a:r>
          </a:p>
          <a:p>
            <a:pPr marL="0" indent="0">
              <a:buNone/>
            </a:pPr>
            <a:r>
              <a:rPr lang="en-IN" dirty="0"/>
              <a:t>    disabled=False,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label_visibility</a:t>
            </a:r>
            <a:r>
              <a:rPr lang="en-IN" dirty="0"/>
              <a:t>="visible/hidden"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4A938-C574-84D7-FFC8-F6DB6B8D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458" y="2019387"/>
            <a:ext cx="3749365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3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0C33B-DEC1-8D9E-590A-EB3715CBF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st.number_input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label,</a:t>
            </a:r>
            <a:br>
              <a:rPr lang="en-IN" dirty="0"/>
            </a:br>
            <a:r>
              <a:rPr lang="en-IN" dirty="0" err="1"/>
              <a:t>min_value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 err="1"/>
              <a:t>max_value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/>
              <a:t>value="min",</a:t>
            </a:r>
            <a:br>
              <a:rPr lang="en-IN" dirty="0"/>
            </a:br>
            <a:r>
              <a:rPr lang="en-IN" dirty="0"/>
              <a:t>step=None,</a:t>
            </a:r>
            <a:br>
              <a:rPr lang="en-IN" dirty="0"/>
            </a:br>
            <a:r>
              <a:rPr lang="en-IN" dirty="0"/>
              <a:t>format=None,</a:t>
            </a:r>
            <a:br>
              <a:rPr lang="en-IN" dirty="0"/>
            </a:br>
            <a:r>
              <a:rPr lang="en-IN" dirty="0"/>
              <a:t>key=None,</a:t>
            </a:r>
            <a:br>
              <a:rPr lang="en-IN" dirty="0"/>
            </a:br>
            <a:r>
              <a:rPr lang="en-IN" dirty="0"/>
              <a:t>help=None,</a:t>
            </a:r>
            <a:br>
              <a:rPr lang="en-IN" dirty="0"/>
            </a:br>
            <a:r>
              <a:rPr lang="en-IN" dirty="0" err="1"/>
              <a:t>on_change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 err="1"/>
              <a:t>args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 err="1"/>
              <a:t>kwargs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/>
              <a:t>placeholder=None,</a:t>
            </a:r>
            <a:br>
              <a:rPr lang="en-IN" dirty="0"/>
            </a:br>
            <a:r>
              <a:rPr lang="en-IN" dirty="0"/>
              <a:t>disabled=False,</a:t>
            </a:r>
            <a:br>
              <a:rPr lang="en-IN" dirty="0"/>
            </a:br>
            <a:r>
              <a:rPr lang="en-IN" dirty="0" err="1"/>
              <a:t>label_visibility</a:t>
            </a:r>
            <a:r>
              <a:rPr lang="en-IN" dirty="0"/>
              <a:t>="visible"</a:t>
            </a:r>
            <a:br>
              <a:rPr lang="en-IN" dirty="0"/>
            </a:b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9394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775D-56C0-ECE4-6C08-ED511159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TextArea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F6551-8717-DE12-EB60-2D1F39FCE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718" y="1783976"/>
            <a:ext cx="9146894" cy="4127246"/>
          </a:xfrm>
        </p:spPr>
        <p:txBody>
          <a:bodyPr>
            <a:normAutofit fontScale="70000" lnSpcReduction="20000"/>
          </a:bodyPr>
          <a:lstStyle/>
          <a:p>
            <a:r>
              <a:rPr lang="en-IN" dirty="0" err="1"/>
              <a:t>st.text_area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label,</a:t>
            </a:r>
          </a:p>
          <a:p>
            <a:pPr marL="0" indent="0">
              <a:buNone/>
            </a:pPr>
            <a:r>
              <a:rPr lang="en-IN" dirty="0"/>
              <a:t>    value="",</a:t>
            </a:r>
          </a:p>
          <a:p>
            <a:pPr marL="0" indent="0">
              <a:buNone/>
            </a:pPr>
            <a:r>
              <a:rPr lang="en-IN" dirty="0"/>
              <a:t>    height=None,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max_chars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key=None,</a:t>
            </a:r>
          </a:p>
          <a:p>
            <a:pPr marL="0" indent="0">
              <a:buNone/>
            </a:pPr>
            <a:r>
              <a:rPr lang="en-IN" dirty="0"/>
              <a:t>    help=None,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on_change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kwargs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placeholder=None,</a:t>
            </a:r>
          </a:p>
          <a:p>
            <a:pPr marL="0" indent="0">
              <a:buNone/>
            </a:pPr>
            <a:r>
              <a:rPr lang="en-IN" dirty="0"/>
              <a:t>    disabled=False,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label_visibility</a:t>
            </a:r>
            <a:r>
              <a:rPr lang="en-IN" dirty="0"/>
              <a:t>="visible"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937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E73C-B18A-91B0-4720-338B9328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CD748-E5EA-8724-10BF-B964BAD93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st.button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label,</a:t>
            </a:r>
            <a:br>
              <a:rPr lang="en-IN" dirty="0"/>
            </a:br>
            <a:r>
              <a:rPr lang="en-IN" dirty="0"/>
              <a:t>key=None,</a:t>
            </a:r>
            <a:br>
              <a:rPr lang="en-IN" dirty="0"/>
            </a:br>
            <a:r>
              <a:rPr lang="en-IN" dirty="0"/>
              <a:t>help=None,</a:t>
            </a:r>
            <a:br>
              <a:rPr lang="en-IN" dirty="0"/>
            </a:br>
            <a:r>
              <a:rPr lang="en-IN" dirty="0" err="1"/>
              <a:t>on_click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 err="1"/>
              <a:t>args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 err="1"/>
              <a:t>kwargs</a:t>
            </a:r>
            <a:r>
              <a:rPr lang="en-IN" dirty="0"/>
              <a:t>=None,</a:t>
            </a:r>
            <a:br>
              <a:rPr lang="en-IN" dirty="0"/>
            </a:br>
            <a:r>
              <a:rPr lang="en-IN" dirty="0"/>
              <a:t>type=“primary/secondary",</a:t>
            </a:r>
            <a:br>
              <a:rPr lang="en-IN" dirty="0"/>
            </a:br>
            <a:r>
              <a:rPr lang="en-IN" dirty="0"/>
              <a:t>disabled=False,</a:t>
            </a:r>
            <a:br>
              <a:rPr lang="en-IN" dirty="0"/>
            </a:br>
            <a:r>
              <a:rPr lang="en-IN" dirty="0" err="1"/>
              <a:t>use_container_width</a:t>
            </a:r>
            <a:r>
              <a:rPr lang="en-IN" dirty="0"/>
              <a:t>=False</a:t>
            </a:r>
            <a:br>
              <a:rPr lang="en-IN" dirty="0"/>
            </a:b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8468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96A9-8E94-A1AF-4E5F-D0B2B005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CheckBox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2CE85-DC5A-C4D4-F2C8-21E980DB0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st.checkbox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label,</a:t>
            </a:r>
          </a:p>
          <a:p>
            <a:pPr marL="0" indent="0">
              <a:buNone/>
            </a:pPr>
            <a:r>
              <a:rPr lang="en-IN" dirty="0"/>
              <a:t>    value=False,</a:t>
            </a:r>
          </a:p>
          <a:p>
            <a:pPr marL="0" indent="0">
              <a:buNone/>
            </a:pPr>
            <a:r>
              <a:rPr lang="en-IN" dirty="0"/>
              <a:t>    key=None,</a:t>
            </a:r>
          </a:p>
          <a:p>
            <a:pPr marL="0" indent="0">
              <a:buNone/>
            </a:pPr>
            <a:r>
              <a:rPr lang="en-IN" dirty="0"/>
              <a:t>    help=None,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on_change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kwargs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disabled=False,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label_visibility</a:t>
            </a:r>
            <a:r>
              <a:rPr lang="en-IN" dirty="0"/>
              <a:t>="visible"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BAE52-66C0-9BAD-7CB3-48C3C1205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56" y="2449274"/>
            <a:ext cx="3863675" cy="24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0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DA28-A1CD-6B03-3546-8F009BE36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RadioButton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88F4B-ECAD-34C8-5385-B9E207B5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141" y="1676400"/>
            <a:ext cx="9254471" cy="4234822"/>
          </a:xfrm>
        </p:spPr>
        <p:txBody>
          <a:bodyPr>
            <a:normAutofit fontScale="62500" lnSpcReduction="20000"/>
          </a:bodyPr>
          <a:lstStyle/>
          <a:p>
            <a:r>
              <a:rPr lang="en-IN" dirty="0" err="1"/>
              <a:t>st.radio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label,</a:t>
            </a:r>
          </a:p>
          <a:p>
            <a:pPr marL="0" indent="0">
              <a:buNone/>
            </a:pPr>
            <a:r>
              <a:rPr lang="en-IN" dirty="0"/>
              <a:t>    options,</a:t>
            </a:r>
          </a:p>
          <a:p>
            <a:pPr marL="0" indent="0">
              <a:buNone/>
            </a:pPr>
            <a:r>
              <a:rPr lang="en-IN" dirty="0"/>
              <a:t>    index=0,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format_func</a:t>
            </a:r>
            <a:r>
              <a:rPr lang="en-IN" dirty="0"/>
              <a:t>=str,</a:t>
            </a:r>
          </a:p>
          <a:p>
            <a:pPr marL="0" indent="0">
              <a:buNone/>
            </a:pPr>
            <a:r>
              <a:rPr lang="en-IN" dirty="0"/>
              <a:t>    key=None,</a:t>
            </a:r>
          </a:p>
          <a:p>
            <a:pPr marL="0" indent="0">
              <a:buNone/>
            </a:pPr>
            <a:r>
              <a:rPr lang="en-IN" dirty="0"/>
              <a:t>    help=None,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on_change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kwargs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disabled=False,</a:t>
            </a:r>
          </a:p>
          <a:p>
            <a:pPr marL="0" indent="0">
              <a:buNone/>
            </a:pPr>
            <a:r>
              <a:rPr lang="en-IN" dirty="0"/>
              <a:t>    horizontal=False,</a:t>
            </a:r>
          </a:p>
          <a:p>
            <a:pPr marL="0" indent="0">
              <a:buNone/>
            </a:pPr>
            <a:r>
              <a:rPr lang="en-IN" dirty="0"/>
              <a:t>    captions=None,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label_visibility</a:t>
            </a:r>
            <a:r>
              <a:rPr lang="en-IN" dirty="0"/>
              <a:t>="visible"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EB11C-2E8F-706C-2D43-6DE2779C5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178" y="2583106"/>
            <a:ext cx="2819644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43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73E59-1BF6-5667-603A-33709471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SelectBox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2912-96D5-1FF1-0460-FA21A2586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 err="1"/>
              <a:t>st.selectbox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label,</a:t>
            </a:r>
          </a:p>
          <a:p>
            <a:pPr marL="0" indent="0">
              <a:buNone/>
            </a:pPr>
            <a:r>
              <a:rPr lang="en-IN" dirty="0"/>
              <a:t>    options,</a:t>
            </a:r>
          </a:p>
          <a:p>
            <a:pPr marL="0" indent="0">
              <a:buNone/>
            </a:pPr>
            <a:r>
              <a:rPr lang="en-IN" dirty="0"/>
              <a:t>    index=0,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format_func</a:t>
            </a:r>
            <a:r>
              <a:rPr lang="en-IN" dirty="0"/>
              <a:t>=str,</a:t>
            </a:r>
          </a:p>
          <a:p>
            <a:pPr marL="0" indent="0">
              <a:buNone/>
            </a:pPr>
            <a:r>
              <a:rPr lang="en-IN" dirty="0"/>
              <a:t>    key=None,</a:t>
            </a:r>
          </a:p>
          <a:p>
            <a:pPr marL="0" indent="0">
              <a:buNone/>
            </a:pPr>
            <a:r>
              <a:rPr lang="en-IN" dirty="0"/>
              <a:t>    help=None,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on_change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kwargs</a:t>
            </a:r>
            <a:r>
              <a:rPr lang="en-IN" dirty="0"/>
              <a:t>=None,</a:t>
            </a:r>
          </a:p>
          <a:p>
            <a:pPr marL="0" indent="0">
              <a:buNone/>
            </a:pPr>
            <a:r>
              <a:rPr lang="en-IN" dirty="0"/>
              <a:t>    placeholder=None,</a:t>
            </a:r>
          </a:p>
          <a:p>
            <a:pPr marL="0" indent="0">
              <a:buNone/>
            </a:pPr>
            <a:r>
              <a:rPr lang="en-IN" dirty="0"/>
              <a:t>    disabled=False,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label_visibility</a:t>
            </a:r>
            <a:r>
              <a:rPr lang="en-IN" dirty="0"/>
              <a:t>="visible"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D3BDD-35E8-5858-BF4A-5F6916272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39" y="2400184"/>
            <a:ext cx="4458086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55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0436-7677-928A-D5CC-EF4ED7CEF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68B-77F9-08E6-0683-57D95B51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st.multiselect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label,</a:t>
            </a:r>
          </a:p>
          <a:p>
            <a:pPr marL="0" indent="0">
              <a:buNone/>
            </a:pPr>
            <a:r>
              <a:rPr lang="en-US" dirty="0"/>
              <a:t>    options,</a:t>
            </a:r>
          </a:p>
          <a:p>
            <a:pPr marL="0" indent="0">
              <a:buNone/>
            </a:pPr>
            <a:r>
              <a:rPr lang="en-US" dirty="0"/>
              <a:t>    default=None,</a:t>
            </a:r>
          </a:p>
          <a:p>
            <a:pPr marL="0" indent="0">
              <a:buNone/>
            </a:pPr>
            <a:r>
              <a:rPr lang="en-US" dirty="0"/>
              <a:t>    key=None,</a:t>
            </a:r>
          </a:p>
          <a:p>
            <a:pPr marL="0" indent="0">
              <a:buNone/>
            </a:pPr>
            <a:r>
              <a:rPr lang="en-US" dirty="0"/>
              <a:t>    help=None,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max_selections</a:t>
            </a:r>
            <a:r>
              <a:rPr lang="en-US" dirty="0"/>
              <a:t>=None,</a:t>
            </a:r>
          </a:p>
          <a:p>
            <a:pPr marL="0" indent="0">
              <a:buNone/>
            </a:pPr>
            <a:r>
              <a:rPr lang="en-US" dirty="0"/>
              <a:t>    placeholder=None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76C68-05E7-ECA6-C2B8-4C261936B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392" y="2268167"/>
            <a:ext cx="5540220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07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258F-02D3-5475-5C6C-AA876ACE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Upload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2DAEE-E6A6-4CF4-004B-25BBDC4DF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st.file_uploader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label,</a:t>
            </a:r>
          </a:p>
          <a:p>
            <a:pPr marL="0" indent="0">
              <a:buNone/>
            </a:pPr>
            <a:r>
              <a:rPr lang="en-IN" dirty="0"/>
              <a:t>    type=None,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accept_multiple_files</a:t>
            </a:r>
            <a:r>
              <a:rPr lang="en-IN" dirty="0"/>
              <a:t>=False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9480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91B7-4362-F481-A452-35F965D3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A440-C71D-9AF1-EBD1-FCE690A49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st.image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image,</a:t>
            </a:r>
          </a:p>
          <a:p>
            <a:pPr marL="0" indent="0">
              <a:buNone/>
            </a:pPr>
            <a:r>
              <a:rPr lang="en-IN" dirty="0"/>
              <a:t>    caption=None,</a:t>
            </a:r>
          </a:p>
          <a:p>
            <a:pPr marL="0" indent="0">
              <a:buNone/>
            </a:pPr>
            <a:r>
              <a:rPr lang="en-IN" dirty="0"/>
              <a:t>    width=None,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use_container_width</a:t>
            </a:r>
            <a:r>
              <a:rPr lang="en-IN" dirty="0"/>
              <a:t>=True/False,</a:t>
            </a:r>
          </a:p>
          <a:p>
            <a:pPr marL="0" indent="0">
              <a:buNone/>
            </a:pPr>
            <a:r>
              <a:rPr lang="en-IN" dirty="0"/>
              <a:t>    clamp=False/True,</a:t>
            </a:r>
          </a:p>
          <a:p>
            <a:pPr marL="0" indent="0">
              <a:buNone/>
            </a:pPr>
            <a:r>
              <a:rPr lang="en-IN" dirty="0"/>
              <a:t>    channels="RGB/BGR",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output_format</a:t>
            </a:r>
            <a:r>
              <a:rPr lang="en-IN" dirty="0"/>
              <a:t>="auto"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206E7-A32A-57E4-6A0D-939D81CA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583" y="1701106"/>
            <a:ext cx="4198984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2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5B3E-7F50-2717-DDC8-CFEB7D59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8B04F-C649-25F8-05E3-B2280511A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</a:t>
            </a:r>
            <a:r>
              <a:rPr lang="en-IN" dirty="0" err="1"/>
              <a:t>st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audio_file</a:t>
            </a:r>
            <a:r>
              <a:rPr lang="en-IN" dirty="0"/>
              <a:t> = open("song.mp3", "</a:t>
            </a:r>
            <a:r>
              <a:rPr lang="en-IN" dirty="0" err="1"/>
              <a:t>rb</a:t>
            </a:r>
            <a:r>
              <a:rPr lang="en-IN" dirty="0"/>
              <a:t>")</a:t>
            </a:r>
            <a:br>
              <a:rPr lang="en-IN" dirty="0"/>
            </a:br>
            <a:r>
              <a:rPr lang="en-IN" dirty="0" err="1"/>
              <a:t>audio_bytes</a:t>
            </a:r>
            <a:r>
              <a:rPr lang="en-IN" dirty="0"/>
              <a:t> = </a:t>
            </a:r>
            <a:r>
              <a:rPr lang="en-IN" dirty="0" err="1"/>
              <a:t>audio_file.read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st.audio</a:t>
            </a:r>
            <a:r>
              <a:rPr lang="en-IN" dirty="0"/>
              <a:t>(</a:t>
            </a:r>
            <a:r>
              <a:rPr lang="en-IN" dirty="0" err="1"/>
              <a:t>audio_bytes</a:t>
            </a:r>
            <a:r>
              <a:rPr lang="en-IN" dirty="0"/>
              <a:t>, format="audio/mp3", </a:t>
            </a:r>
            <a:r>
              <a:rPr lang="en-IN" dirty="0" err="1"/>
              <a:t>start_time</a:t>
            </a:r>
            <a:r>
              <a:rPr lang="en-IN" dirty="0"/>
              <a:t>=0)</a:t>
            </a:r>
          </a:p>
        </p:txBody>
      </p:sp>
    </p:spTree>
    <p:extLst>
      <p:ext uri="{BB962C8B-B14F-4D97-AF65-F5344CB8AC3E}">
        <p14:creationId xmlns:p14="http://schemas.microsoft.com/office/powerpoint/2010/main" val="2300823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8632-F1E5-C73A-F8CC-6802E501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70F8E-A73F-7F24-EFE4-CE129BEE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streamlit</a:t>
            </a:r>
            <a:r>
              <a:rPr lang="en-US" dirty="0"/>
              <a:t> as </a:t>
            </a:r>
            <a:r>
              <a:rPr lang="en-US" dirty="0" err="1"/>
              <a:t>st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uploaded_file</a:t>
            </a:r>
            <a:r>
              <a:rPr lang="en-US" dirty="0"/>
              <a:t> = </a:t>
            </a:r>
            <a:r>
              <a:rPr lang="en-US" dirty="0" err="1"/>
              <a:t>st.file_uploader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"Upload Audio",</a:t>
            </a:r>
          </a:p>
          <a:p>
            <a:pPr marL="0" indent="0">
              <a:buNone/>
            </a:pPr>
            <a:r>
              <a:rPr lang="en-US" dirty="0"/>
              <a:t>    type=["mp3", "wav"]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uploaded_file</a:t>
            </a:r>
            <a:r>
              <a:rPr lang="en-US" dirty="0"/>
              <a:t> is not None: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st.audio</a:t>
            </a:r>
            <a:r>
              <a:rPr lang="en-US" dirty="0"/>
              <a:t>(</a:t>
            </a:r>
            <a:r>
              <a:rPr lang="en-US" dirty="0" err="1"/>
              <a:t>uploaded_file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40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8DF5-A05F-F76E-8511-D72D4CE9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 .Wav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B18D8-1B67-923C-6172-C266E8664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</a:t>
            </a:r>
            <a:r>
              <a:rPr lang="en-IN" dirty="0" err="1"/>
              <a:t>st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audio_file</a:t>
            </a:r>
            <a:r>
              <a:rPr lang="en-IN" dirty="0"/>
              <a:t> = open("voice.wav", "</a:t>
            </a:r>
            <a:r>
              <a:rPr lang="en-IN" dirty="0" err="1"/>
              <a:t>rb</a:t>
            </a:r>
            <a:r>
              <a:rPr lang="en-IN" dirty="0"/>
              <a:t>")</a:t>
            </a:r>
            <a:br>
              <a:rPr lang="en-IN" dirty="0"/>
            </a:br>
            <a:r>
              <a:rPr lang="en-IN" dirty="0" err="1"/>
              <a:t>audio_bytes</a:t>
            </a:r>
            <a:r>
              <a:rPr lang="en-IN" dirty="0"/>
              <a:t> = </a:t>
            </a:r>
            <a:r>
              <a:rPr lang="en-IN" dirty="0" err="1"/>
              <a:t>audio_file.read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st.audio</a:t>
            </a:r>
            <a:r>
              <a:rPr lang="en-IN" dirty="0"/>
              <a:t>(</a:t>
            </a:r>
            <a:r>
              <a:rPr lang="en-IN" dirty="0" err="1"/>
              <a:t>audio_bytes</a:t>
            </a:r>
            <a:r>
              <a:rPr lang="en-IN" dirty="0"/>
              <a:t>, format="audio/wav")</a:t>
            </a:r>
          </a:p>
        </p:txBody>
      </p:sp>
    </p:spTree>
    <p:extLst>
      <p:ext uri="{BB962C8B-B14F-4D97-AF65-F5344CB8AC3E}">
        <p14:creationId xmlns:p14="http://schemas.microsoft.com/office/powerpoint/2010/main" val="1912477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57A6B-2E55-176A-1AFC-C1F228579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881" y="1707715"/>
            <a:ext cx="5646909" cy="2263336"/>
          </a:xfrm>
        </p:spPr>
      </p:pic>
    </p:spTree>
    <p:extLst>
      <p:ext uri="{BB962C8B-B14F-4D97-AF65-F5344CB8AC3E}">
        <p14:creationId xmlns:p14="http://schemas.microsoft.com/office/powerpoint/2010/main" val="513502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226D-EC60-EA25-75EA-A6BB19B8E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F6F4-69D8-1C2D-D1E1-69CD5A31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</a:t>
            </a:r>
            <a:r>
              <a:rPr lang="en-IN" dirty="0" err="1"/>
              <a:t>st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video_file</a:t>
            </a:r>
            <a:r>
              <a:rPr lang="en-IN" dirty="0"/>
              <a:t> = open("movie.mp4", "</a:t>
            </a:r>
            <a:r>
              <a:rPr lang="en-IN" dirty="0" err="1"/>
              <a:t>rb</a:t>
            </a:r>
            <a:r>
              <a:rPr lang="en-IN" dirty="0"/>
              <a:t>")</a:t>
            </a:r>
            <a:br>
              <a:rPr lang="en-IN" dirty="0"/>
            </a:br>
            <a:r>
              <a:rPr lang="en-IN" dirty="0" err="1"/>
              <a:t>video_bytes</a:t>
            </a:r>
            <a:r>
              <a:rPr lang="en-IN" dirty="0"/>
              <a:t> = </a:t>
            </a:r>
            <a:r>
              <a:rPr lang="en-IN" dirty="0" err="1"/>
              <a:t>video_file.read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st.video</a:t>
            </a:r>
            <a:r>
              <a:rPr lang="en-IN" dirty="0"/>
              <a:t>(</a:t>
            </a:r>
            <a:r>
              <a:rPr lang="en-IN" dirty="0" err="1"/>
              <a:t>video_bytes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6215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12A1-66AA-B9E5-EEDD-94FD4EA2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EC1F5-CD4B-C354-6BF3-FE3A78243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</a:t>
            </a:r>
            <a:r>
              <a:rPr lang="en-IN" dirty="0" err="1"/>
              <a:t>st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uploaded_video</a:t>
            </a:r>
            <a:r>
              <a:rPr lang="en-IN" dirty="0"/>
              <a:t> = </a:t>
            </a:r>
            <a:r>
              <a:rPr lang="en-IN" dirty="0" err="1"/>
              <a:t>st.file_uploader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"Upload Video",</a:t>
            </a:r>
            <a:br>
              <a:rPr lang="en-IN" dirty="0"/>
            </a:br>
            <a:r>
              <a:rPr lang="en-IN" dirty="0"/>
              <a:t>type=["mp4", "mov", "</a:t>
            </a:r>
            <a:r>
              <a:rPr lang="en-IN" dirty="0" err="1"/>
              <a:t>avi</a:t>
            </a:r>
            <a:r>
              <a:rPr lang="en-IN" dirty="0"/>
              <a:t>"]</a:t>
            </a:r>
            <a:br>
              <a:rPr lang="en-IN" dirty="0"/>
            </a:br>
            <a:r>
              <a:rPr lang="en-IN" dirty="0"/>
              <a:t>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</a:t>
            </a:r>
            <a:r>
              <a:rPr lang="en-IN" dirty="0" err="1"/>
              <a:t>uploaded_video</a:t>
            </a:r>
            <a:r>
              <a:rPr lang="en-IN" dirty="0"/>
              <a:t> is not None:</a:t>
            </a:r>
            <a:br>
              <a:rPr lang="en-IN" dirty="0"/>
            </a:br>
            <a:r>
              <a:rPr lang="en-IN" dirty="0" err="1"/>
              <a:t>st.video</a:t>
            </a:r>
            <a:r>
              <a:rPr lang="en-IN" dirty="0"/>
              <a:t>(</a:t>
            </a:r>
            <a:r>
              <a:rPr lang="en-IN" dirty="0" err="1"/>
              <a:t>uploaded_video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19123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1559-DADC-8833-F63E-91766338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 URL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D9102-16A1-785B-2EE2-9C00D776C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streamlit</a:t>
            </a:r>
            <a:r>
              <a:rPr lang="en-US" dirty="0"/>
              <a:t> as </a:t>
            </a:r>
            <a:r>
              <a:rPr lang="en-US" dirty="0" err="1"/>
              <a:t>st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st.video</a:t>
            </a:r>
            <a:r>
              <a:rPr lang="en-US" dirty="0"/>
              <a:t>("https://www.youtube.com/watch?v=dQw4w9WgXcQ")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467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3524-35C9-3D50-6FDA-35942837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A139A-2F0F-B5C1-2951-D702FBE79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"https://picsum.photos/200"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"https://picsum.photos/201"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"https://picsum.photos/200"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"https://picsum.photos/201"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6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C895-0DC8-BE1B-6935-C6503F60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83C0-6D4E-33B2-8860-ACE17F6CB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.dialog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"Login Form"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login_dialog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.text_input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.text_input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.success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"Login Successful"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"Open Dialog"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login_dialog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798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4F6D-1451-0A43-5BFB-72693938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86AE-F277-72E1-65A8-92F47B436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326776"/>
            <a:ext cx="8911687" cy="458444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.dialog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"Delete Confirmation"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confirm_delete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.warning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"Are you sure you want to delete?"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.success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"Deleted"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.info(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"Cancelled"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"Delete File"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confirm_delete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869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DE01-E7DA-5C19-882C-C517FF3B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Session(Button Without Session)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D7D0B-B166-E540-589D-66916E807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8071" y="1905000"/>
            <a:ext cx="9236541" cy="4006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streamlit</a:t>
            </a:r>
            <a:r>
              <a:rPr lang="en-US" dirty="0"/>
              <a:t> as </a:t>
            </a:r>
            <a:r>
              <a:rPr lang="en-US" dirty="0" err="1"/>
              <a:t>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st.button</a:t>
            </a:r>
            <a:r>
              <a:rPr lang="en-US" dirty="0"/>
              <a:t>("Button 1"):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st.write</a:t>
            </a:r>
            <a:r>
              <a:rPr lang="en-US" dirty="0"/>
              <a:t>("Button 1 clicked")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st.button</a:t>
            </a:r>
            <a:r>
              <a:rPr lang="en-US" dirty="0"/>
              <a:t>("Button 2"):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st.write</a:t>
            </a:r>
            <a:r>
              <a:rPr lang="en-US" dirty="0"/>
              <a:t>("Button 2 clicked")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st.button</a:t>
            </a:r>
            <a:r>
              <a:rPr lang="en-US" dirty="0"/>
              <a:t>("Button 3"):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st.write</a:t>
            </a:r>
            <a:r>
              <a:rPr lang="en-US" dirty="0"/>
              <a:t>("Button 3 clicked")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CC42B-F690-BFB2-4B84-FB708D57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219" y="3025092"/>
            <a:ext cx="5456393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86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04F9-75DC-CB30-D596-B87F1594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Button Using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FE344-467A-867E-85C2-72D8C856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365" y="1479176"/>
            <a:ext cx="10581247" cy="4432046"/>
          </a:xfrm>
        </p:spPr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</a:t>
            </a:r>
            <a:r>
              <a:rPr lang="en-IN" dirty="0" err="1"/>
              <a:t>st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Initialize state</a:t>
            </a:r>
          </a:p>
          <a:p>
            <a:pPr marL="0" indent="0">
              <a:buNone/>
            </a:pPr>
            <a:r>
              <a:rPr lang="en-IN" dirty="0"/>
              <a:t>if "btn1" not in </a:t>
            </a:r>
            <a:r>
              <a:rPr lang="en-IN" dirty="0" err="1"/>
              <a:t>st.session_state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  st.session_state.btn1 = False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"btn2" not in </a:t>
            </a:r>
            <a:r>
              <a:rPr lang="en-IN" dirty="0" err="1"/>
              <a:t>st.session_state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  st.session_state.btn2 = False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Functions</a:t>
            </a:r>
          </a:p>
          <a:p>
            <a:pPr marL="0" indent="0">
              <a:buNone/>
            </a:pPr>
            <a:r>
              <a:rPr lang="en-IN" dirty="0"/>
              <a:t>def click_btn1():</a:t>
            </a:r>
          </a:p>
          <a:p>
            <a:pPr marL="0" indent="0">
              <a:buNone/>
            </a:pPr>
            <a:r>
              <a:rPr lang="en-IN" dirty="0"/>
              <a:t>    st.session_state.btn1 = True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def click_btn2():</a:t>
            </a:r>
          </a:p>
          <a:p>
            <a:pPr marL="0" indent="0">
              <a:buNone/>
            </a:pPr>
            <a:r>
              <a:rPr lang="en-IN" dirty="0"/>
              <a:t>    st.session_state.btn2 = True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Buttons</a:t>
            </a:r>
          </a:p>
          <a:p>
            <a:pPr marL="0" indent="0">
              <a:buNone/>
            </a:pPr>
            <a:r>
              <a:rPr lang="en-IN" dirty="0" err="1"/>
              <a:t>st.button</a:t>
            </a:r>
            <a:r>
              <a:rPr lang="en-IN" dirty="0"/>
              <a:t>("Show Python", </a:t>
            </a:r>
            <a:r>
              <a:rPr lang="en-IN" dirty="0" err="1"/>
              <a:t>on_click</a:t>
            </a:r>
            <a:r>
              <a:rPr lang="en-IN" dirty="0"/>
              <a:t>=click_btn1)</a:t>
            </a:r>
          </a:p>
          <a:p>
            <a:pPr marL="0" indent="0">
              <a:buNone/>
            </a:pPr>
            <a:r>
              <a:rPr lang="en-IN" dirty="0" err="1"/>
              <a:t>st.button</a:t>
            </a:r>
            <a:r>
              <a:rPr lang="en-IN" dirty="0"/>
              <a:t>("Show Java", </a:t>
            </a:r>
            <a:r>
              <a:rPr lang="en-IN" dirty="0" err="1"/>
              <a:t>on_click</a:t>
            </a:r>
            <a:r>
              <a:rPr lang="en-IN" dirty="0"/>
              <a:t>=click_btn2)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Output</a:t>
            </a:r>
          </a:p>
          <a:p>
            <a:pPr marL="0" indent="0">
              <a:buNone/>
            </a:pPr>
            <a:r>
              <a:rPr lang="en-IN" dirty="0"/>
              <a:t>if st.session_state.btn1: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st.success</a:t>
            </a:r>
            <a:r>
              <a:rPr lang="en-IN" dirty="0"/>
              <a:t>("Python Selected")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st.session_state.btn2: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st.success</a:t>
            </a:r>
            <a:r>
              <a:rPr lang="en-IN" dirty="0"/>
              <a:t>("Java Selected")</a:t>
            </a:r>
          </a:p>
        </p:txBody>
      </p:sp>
    </p:spTree>
    <p:extLst>
      <p:ext uri="{BB962C8B-B14F-4D97-AF65-F5344CB8AC3E}">
        <p14:creationId xmlns:p14="http://schemas.microsoft.com/office/powerpoint/2010/main" val="975672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FCB80-E19A-45A5-0D8E-DFBE767D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Sidebar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2AB75-91AA-C699-2311-4CFBE2003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586753"/>
            <a:ext cx="9218612" cy="4324469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.sidebar.title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"Navigation"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.sidebar.radio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 To"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"Courses"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 Page"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"Courses"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"Courses Page"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"Students Page"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 Us"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811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99AF-B07E-038E-5200-AA72F096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Horizontal Navigation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35E6-7D0C-AB6B-1200-C6F644FE1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7035" y="1532965"/>
            <a:ext cx="9227577" cy="43782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streamlit</a:t>
            </a:r>
            <a:r>
              <a:rPr lang="en-US" dirty="0"/>
              <a:t> as </a:t>
            </a:r>
            <a:r>
              <a:rPr lang="en-US" dirty="0" err="1"/>
              <a:t>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tab1, tab2, tab3 = </a:t>
            </a:r>
            <a:r>
              <a:rPr lang="en-US" dirty="0" err="1"/>
              <a:t>st.tabs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["Home", "Employee", "Product"]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tab1: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st.header</a:t>
            </a:r>
            <a:r>
              <a:rPr lang="en-US" dirty="0"/>
              <a:t>("Home")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tab2: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st.header</a:t>
            </a:r>
            <a:r>
              <a:rPr lang="en-US" dirty="0"/>
              <a:t>("Employee")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tab3: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st.header</a:t>
            </a:r>
            <a:r>
              <a:rPr lang="en-US" dirty="0"/>
              <a:t>("Product")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170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39F8-FC81-7887-0755-7E22D373B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Menu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837A9-052A-E503-EDDF-A1978DF85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18" y="1335741"/>
            <a:ext cx="9756494" cy="457548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streamlit_option_menu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option_menu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 pip install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streamlit_option_menu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option_menu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menu_title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"Employee"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"Contact"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icons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"house"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"people"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"telephone"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orientation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"horizontal"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 Page"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"Employee"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"Employee Page"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 Page"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"Contact"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"Contact Page"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786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CCD6-214C-FFBA-111B-AEE90EA2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AA5D-C367-214A-D1B1-7D38418D4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.pills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 Page"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"Employee"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"Reports"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311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3DE0-7B1B-BE36-A7B2-2B043261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Page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A4FA-02AE-4A0E-463E-04FA65E0C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 create pages folder first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.button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 to About"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.switch_page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"pages</a:t>
            </a:r>
            <a:r>
              <a:rPr lang="en-US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/ex.py"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162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2542-3B5D-72F9-0FA4-D91C7709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CC518-7B8A-28F6-E37B-181CEFE34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"Navigation Example"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.page_link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"pages/AddRecord.py"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“Add New"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.page_link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"pages/ShowRecord.py"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“Show All"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32748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248</TotalTime>
  <Words>1988</Words>
  <Application>Microsoft Office PowerPoint</Application>
  <PresentationFormat>Widescreen</PresentationFormat>
  <Paragraphs>290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Century Gothic</vt:lpstr>
      <vt:lpstr>Consolas</vt:lpstr>
      <vt:lpstr>Wingdings 3</vt:lpstr>
      <vt:lpstr>Wisp</vt:lpstr>
      <vt:lpstr>Streamlit</vt:lpstr>
      <vt:lpstr>What is Streamlit?</vt:lpstr>
      <vt:lpstr>Why Streamlit is Popular</vt:lpstr>
      <vt:lpstr>Installation </vt:lpstr>
      <vt:lpstr>PowerPoint Presentation</vt:lpstr>
      <vt:lpstr>Basic Components</vt:lpstr>
      <vt:lpstr>Markdown</vt:lpstr>
      <vt:lpstr>Dataframe &amp; Table</vt:lpstr>
      <vt:lpstr>text_input</vt:lpstr>
      <vt:lpstr>PowerPoint Presentation</vt:lpstr>
      <vt:lpstr>TextArea</vt:lpstr>
      <vt:lpstr>Button</vt:lpstr>
      <vt:lpstr>CheckBox</vt:lpstr>
      <vt:lpstr>RadioButton</vt:lpstr>
      <vt:lpstr>SelectBox</vt:lpstr>
      <vt:lpstr>Multiselect</vt:lpstr>
      <vt:lpstr>File Upload</vt:lpstr>
      <vt:lpstr>Image</vt:lpstr>
      <vt:lpstr>Audio</vt:lpstr>
      <vt:lpstr>Example Audio</vt:lpstr>
      <vt:lpstr>Play .Wav</vt:lpstr>
      <vt:lpstr>PowerPoint Presentation</vt:lpstr>
      <vt:lpstr>Play Video</vt:lpstr>
      <vt:lpstr>Example</vt:lpstr>
      <vt:lpstr>Play URL</vt:lpstr>
      <vt:lpstr>Columns</vt:lpstr>
      <vt:lpstr>Dialog</vt:lpstr>
      <vt:lpstr>Dialog</vt:lpstr>
      <vt:lpstr>Session(Button Without Session)</vt:lpstr>
      <vt:lpstr>Button Using Session</vt:lpstr>
      <vt:lpstr>Sidebar Navigation</vt:lpstr>
      <vt:lpstr>Horizontal Navigation Bar</vt:lpstr>
      <vt:lpstr>Option Menu</vt:lpstr>
      <vt:lpstr>Pill</vt:lpstr>
      <vt:lpstr>Switch Page</vt:lpstr>
      <vt:lpstr>Page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Streamlit</dc:title>
  <dc:creator>Sandeep Sappal</dc:creator>
  <cp:lastModifiedBy>Sandeep Sappal</cp:lastModifiedBy>
  <cp:revision>11</cp:revision>
  <dcterms:created xsi:type="dcterms:W3CDTF">2026-05-22T07:04:43Z</dcterms:created>
  <dcterms:modified xsi:type="dcterms:W3CDTF">2026-05-30T03:36:32Z</dcterms:modified>
</cp:coreProperties>
</file>